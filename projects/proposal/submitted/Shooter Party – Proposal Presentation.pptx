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Ezel (online system, sound), Abdurrahim (core prototype, scoreboard), Kürşat (UI design, sound and music) and Ardıl (menus, promo video). Everyone also designs one mini-game. Then the one-line pitch: a multiplayer party game with one shooting cube, many mini-games, and a shot that does something new in each one. Shooter Party is a working 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Plain-language intro, no jargon. Shooter Party is a multiplayer party game. Each player plays on their own device: one hosts the session and the others join over the network. Everyone controls a small shooting cube in their own colour. The mini-games change what a shot does: one pushes, one damages, one lifts you with a blast. When the session ends, the player with the most points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steps: lobby, pick, play, place, standings. Placement points are a proposal: 4-3-2-1 for four players, and the scale grows with more players. The comeback rules give an edge to whoever is behind: +1 bonus point for last place after each mini-game, ties go to the underdog, and the leader wears the crown so everyone knows who to catch. The host chooses the end condition (number of mini-games or target score) and a random or custom playlist.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player is a small character whose barrel fires real projectiles: physics objects, not instant hits. It does not have to be a cube, but proportions stay close to 1:1:1, and every player gets a different colour. One trigger, three effects: damage lowers health, knockback pushes the target away from where the shot came from, and blast explodes and lifts you when fired at the ground. Dash is on a cooldown or comes as charges from a power-up. A mini-game can adjust the camera where it needs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Abdurrahim. Shoot the others off a flat floor. The key rule is mass, not size: every hit lowers the target’s mass while its size stays, so the same shot sends it further each time, until one more shot sends it off the edge. Shots are real thrown objects with a fire-rate limit and no effect on the shooter. Jump is strong, so it is a pickup; a lighter cube jumps higher. Placement is by order of elimination. Arena theme and size are not set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Ardıl. An obstacle course in the sky: shoot, blast and climb while knocking the others into the void. Open islands with no walls or cover, so everyone is always in someone’s line of fire. A shot at the ground lifts you; the same blast can push a nearby rival off a ledge. Hold to fire a strong explosion, but while charging you cannot move, so you are open to attack. Whoever drops below the course is out; first to the top flag wins, the rest are ranked by height. If hitting is too easy, shots fall with gravity; we decide in playtests.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Kürşat. Most checkpoints before the timer runs out wins. When the track ends it starts again, and every checkpoint you pass counts +1; the count, not the lap, decides the placement. The ice is slippery: push rivals off it into the water and they restart from their last checkpoint. Firing forward while sliding pushes you back, so a shot can also correct your line. Ice is the theme of this one mini-game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Owner: Ezel. Musical chairs with holes: if you have no hole, the bulldozer gets you. Holes open in the ground in the player’s shape, with a fixed barrel slot, so you have to line up to drop in. Shots push other players away from the holes; a player already inside cannot be pushed out. Each round has one hole fewer than players: with four players, rounds go 3 holes, 2 holes, 1 hole, and the one inside the last hole wins. More players means more holes.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cube, same shot, new maps and rules: the playlist is built to grow. Battle is a straight shoot-out where the shot does damage; Battle is next in line once the four main mini-games are fun. In The Monster, one player is the monster for a round and everyone else plays against them. Concept ideas, not part of the plan yet: character types (heavy, balanced, light), since knockback depends on mass, and a rage meter that builds across mini-games and can be spent in a later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 cube yours: cosmetics change the look, never the game. Four slots: head, face, ears and extras. In the in-game shop players browse cosmetics, try them on in the lobby and dress their cube before a session. Nothing in the shop changes mass, speed or the shot, so every player stays on equal terms. Cosmetics never cover the barrel or the eyes, so where a player is aiming stays clear. The crown is not for sale: only the current session leader wears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stack from the bottom up. Engine: Unity, 3D, built-in rigidbody physics. Network: one player hosts and the others join as clients; Unity Netcode is our candidate, online servers come later. Shared gameplay: cube controller, third-person camera, shot system, session and playlist, scoreboard, and menus, UI and shop. Every mini-game plugs in through one contract: Setup with players and settings, Run, then Results returns the placement. Adding a mini-game means implementing that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shot is a pooled projectile with a Rigidbody. When it collides, it calls the current mini-game’s IShotEffect.Apply, so the same shot code serves every mini-game. Knockback Arena: AddForce as an impulse and lower the target’s rb.mass; size stays; a trigger under the platform marks out. Blast Parkour: OverlapSphere plus AddExplosionForce at the impact, shooter included, hold time scales the radius and force. Ice Loop: a near-zero-friction PhysicMaterial, recoil is an opposite impulse on the shooter, checkpoints are triggers. Hole Grab: cube-shaped hole triggers, first to enter claims it, shots use a small impulse with no damage.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shot over the network: the client sends fire and aim with a ServerRpc; the host spawns the shot, runs the physics and applies this game’s effect; every client gets the same snapshot through NetworkTransform and NetworkRigidbody and interpolates it. Your own movement is predicted locally, so it feels instant, but anything that decides a result runs on the host. The main risk is smooth physics on every client, so we tune the snapshot rate and test online from Demo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audience is groups of friends who want short, chaotic rounds together, online or in the same room, plus the streamers and viewers who enjoy watching party-game chaos. The market is large and growing: about 197 billion dollars globally in 2025 (Newzoo), PC up 12 percent to 43.6 billion, 70 percent of US players aged 8 and up play with other people (ESA 2026), and co-op games on Steam made an estimated 4.1 billion in the first half of 2025, a record (Alinea).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that the genre sells for years. Super Mario Party (2018) sold over 21 million; Jamboree sold 5.6 million in 11 weeks, the series’ fastest seller. Stick Fight shows a small studio’s physics shooter can reach millions. Pummel Party is estimated at 2 to 5 million owners. Party Animals peaked at 135,834 players in its free playtest, with over 113,000 watching on Twitch. Feather Party has 87 percent positive of 551 reviews. The risk, stated plainly: an estimated 65.9 percent of 2025 Steam releases earned under 1,000 dollars, so we need a one-sentence hook: one shot that means something new in every mini-game.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games compared by look, theme, mechanic and money. Party Animals (Recreate Games), Gang Beasts (Boneloaf), Fall Guys (Mediatonic / Epic), Pummel Party (Rebuilt Games) and Feather Party (threeW). Owner numbers are third-party SteamDB estimates, not sales; Feather Party figures come from its Steam page. Our row: glossy toy cubes with a barrel, bright party islands, one shot whose effect changes per mini-game, online multiplayer, and a free student build; a store price is a later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the four features, everyone has 3D characters and cosmetics; Pummel Party and Feather Party also combine several mini-games into one result, and Fall Guys partly does, since its playlist eliminates players instead of scoring each round. The last row is the gap we fill: none of the five keeps one shot with a new effect per mini-game. For Shooter Party every item is planned, since this is the proposal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pitch. The big idea is one trigger, many effects: the same button, the same barrel and the same aim in every mini-game. Only what the shot does changes. In Knockback Arena it pushes, in Blast Parkour it lifts you, in Ice Loop it steers you with recoil, and in Hole Grab it clears the way to a hole. Players learn the controls once, and every mini-game still feels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ideas back up the big idea. First, mini-game variety: different maps and themes, such as the arena, sky islands, the ice track and the holes field, all built on the same mechanic, so every round feels new while your skill carries over. Second, the comeback is built in: last place earns a point, ties go to the underdog, and the leader wears a crown everyone aims at. Third, it is your session: custom playlists, repeats and exclusions, and an end by game count or target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this differs from the closest games. Pummel Party and Feather Party give each mini-game its own controls and goal; neither keeps one shot as the shared action. Many racing and party games help the trailing player with random items, a luck-based catch-up; ours is a fixed, visible rule. And beyond picking mini-games, we add an end by score or count, and favourites that can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here and say it slowly. Most party games are a playlist of unrelated mini-games. Shooter Party keeps one character and one shot across the whole session and lets each mini-game bend what that shot means, so players carry their skill from round to round. This is what sets us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logo directions for the same identity. A, cube letters, for the title screen, cover and the video end card. B, stacked, for the store capsule and lobby screen. C, the icon, for the taskbar, build icon and favicon. They share coloured cube tiles and the orange cube with its barrel, and the colours match the character palette. We pick one after your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 direction: glossy toy. Rounded cubes in bright colours, a barrel on every character, and party settings such as grass, sky and water; ice appears in Ice Loop only. Each mini-game was blocked out in 3D to check the camera angle, the scale and how readable the shots are, before building it in 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early prototype asked one question: does knockback read on screen? We built a small physics test of the knockback rule in Three.js and rendered it frame by frame. Over three shots the target flies further each time, and the rule reads without any UI. It is the reference for the first Unity test of Knockback Arena: same scene, same rule. Below are the level drafts for scope and blockout; sizes, spawn points and checkpoint counts are not set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Twelve weeks, four presentations, and one playable step each: today’s proposal, Demo 1 on 16 November with the core prototype, host and join and the first mini-games, Demo 2 on 14 December with all four mini-games and a full session, and the final on 11 January with UI, sound, cosmetics, polish and the promo video. Everyone designs and builds at least one mini-game, including what the shot does in it, and finds its assets; each member also owns one shared system. The assignments are a proposal; Battle is next in line once the four are fun.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column is one course week; week 1 starts on 19 October. Bars are coloured by owner: Ezel orange, Abdurrahim blue, Kürşat green, Ardıl purple, and everyone or the whole team in navy; split bars mean two owners. Demo 1 phase: core prototype and online host and join in weeks 1 to 3, menus and UI drafts in weeks 1 and 2, mini-game design in week 1 and blockouts in weeks 3 and 4. Demo 2 phase: scoreboard, networked shots, finishing each mini-game with its assets, session menu and in-game UI, then the first full-session playtest. Final phase: cosmetics, sound, balance and polish, Battle as a stretch goal, online tests, the promo video and the final hand-in in week 12. The full 26-task breakdown is in the written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risks, each with a plan. Networked physics: players could disagree on a push or a fall, so the host simulates and clients only render and interpolate. Balance: hits too easy, jumping too strong or a runaway leader, handled with fire-rate limits, jump as a power-up and the comeback rules. Scope: four mini-games by four people, so we build one shared core first, keep the mini-games small, and add extras only after the core game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takeaways. First: one shooting cube, and every mini-game changes what a shot does. Second: a comeback built in, with a point for last place, ties to the underdog and a crown on the leader. Third: multiplayer sessions you shape, with your playlist, your end rule and your look. Thank the audience and invite questions; the sources for every figure are listed here and in the written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e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e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e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e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lide 1" descr="CMP406 GAMETECH · FALL 2026 Written pitch · Proposal presentation Shooter Party WORKING TITLE Proposal · 19 October 2026 A multiplayer party game: one shooting cube, many mini-games, and a shot that does something new in each one. Ezel Bayraktar 2220356197 Abdurrahim Özağaç 2220356033 Kürşat Hürkan Aydın 2230356008 Ardıl Bilal Ülkü 2230356051">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Slide 2" descr="01 · The game What is Shooter Party? Short, chaotic rounds with friends: one shooting cube, many mini-games.  Everyone plays on their own device. One hosts, the others join.  You control a small shooting cube in your own colour.  Each mini-game changes what a shot does: push, damage or lift.  When the session ends, the most points wins. Shooter Party 02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Slide 3" descr="01 · The game How a session runs A session is a run of mini-games, and placement turns into points. 1 Lobby Host sets the rules; others join. 2 Pick The playlist picks the next mini-game. 3 Play Some mini-games run their own rounds. 4 Place Final placement becomes points. 5 Standings Scores update; the leader wears the crown. Placement points · proposed 1st 4 pts 2nd 3 pts 3rd 2 pts 4th 1 pt Scale grows with the player count. Comeback rules +1 point for whoever is last overall, after each mini-game. Ties go to the underdog. A crown on the leader: everyone sees who to catch. Session settings End: after a set number of mini-games, or at a target score. Playlist: random or custom; exclude or repeat any. Inner rounds: e.g. Hole Grab loses a hole each round. Shooter Party 03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Slide 4" descr="02 · Gameplay mechanics One trigger, different effects One shooting cube. Every mini-game changes what a shot does. Damage The shot lowers the target’s health. Knockback The target is pushed away from where the shot came from. Blast The shot explodes. Fired at the ground, it lifts you up. The player A small cube whose barrel fires real projectiles: physics objects, not instant hits. Movement WASD to move. Jump only where a mini- game allows it. Shift to dash. Camera Third-person shooter camera in 3D, since aiming is the heart of the game. Shooter Party 04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lide 5" descr="Mini-game 01 · Working name Knockback Arena Shoot the others off a flat floor. Every hit makes them lighter. Mass, not size Full mass. A hit pushes a little. A few hits. Same size, less mass, a longer push. Many hits. One more shot sends it off the edge. Shooting Free, with a fire-rate limit. No effect on the shooter. Getting hit A force from the shot’s direction and a drop in mass. Size stays. Power-ups Jump is a pickup; lighter cubes jump higher. Dash: Shift, e.g. 3 charges. Out &amp; placement Fall off and you’re out. Last cube standing wins. Shooter Party 3D concept render, not gameplay · 05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Slide 6" descr="Mini-game 02 · Working name Blast Parkour An obstacle course in the sky: shoot, blast and climb. In the render Orange blasts the ground to jump; purple charges a strong shot; cyan has been knocked into the void. If hitting is too easy Shots fall with gravity, so players read the arc to land a hit. We decide this in playtests. Nowhere to hide Open islands, no walls or cover. Always in someone’s line of fire. Charged blast Hold for a strong explosion. You can’t move while charging. Blast to climb A shot at the ground lifts you. It can also push a rival off a ledge. Fall = out First to the top flag wins; the rest rank by height reached. Shooter Party 3D concept render, not gameplay · 06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Slide 7" descr="Mini-game 03 · Working name Ice Loop Most checkpoints before the timer ends wins. The ice does not help. Track draft, top-down. Checkpoint count and length are not set. Looped track Every checkpoint passed counts +1. The count, not the lap, decides placement. Push to win Push rivals off into the water; they restart at their last checkpoint. Steer with recoil Firing forward while sliding pushes you back, so a shot can correct your line. Shooter Party Concept render, not gameplay · ice is this mini-game’s theme only · 07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Slide 8" descr="Mini-game 04 · Working name Hole Grab Musical chairs with holes. No hole, and the bulldozer gets you. Rounds inside · 4 players Round 1 4 players, 3 holes. One is crushed. Round 2 3 players, 2 holes. One is crushed. Round 3 2 players, 1 hole. The one inside wins. Always one hole fewer than players. Player-shaped holes Holes open in the player’s shape, with the barrel’s angle marked. You have to line up to drop in. Shoot to push Shots push rivals away from the holes. A player already inside a hole cannot be pushed out. Shooter Party 3D concept render, not gameplay · 08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Slide 9" descr="02 · Gameplay More mini-games &amp; ideas Same cube, same shot, new rules. The playlist is built to grow. More mini-games Battle A straight shoot-out: the shot does damage and the last cube standing wins. A harder setting can raise the damage or remove power-ups. The Monster One player becomes the monster for a round and everyone else plays against them. The role moves on, so everyone gets a turn. Concept ideas we may add Not part of the plan yet; candidates once the core game is fun. Character types Knockback depends on mass, so weight is the natural first difference. MASS SPEED Heavy Balanced Light Rage meter Builds up across mini-games. Once it fills over a few rounds, spend it in a later mini-game. Shooter Party 09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Slide 10" descr="02 · Gameplay · Cosmetics Character customisation Make the cube yours. Cosmetics change the look, never the game. The shop Browse and try on in the lobby before a session. Purely cosmetic No change to mass, speed or the shot. Always readable Never covers the barrel or eyes; aim stays clear. The crown stays special Not for sale: only the session leader wears it. Head Hats, caps, hair styles Face Glasses, moustaches Ears Headphones, earrings Extras Bows, badges, trails Shooter Party 3D concept render of the shop · 10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Slide 11" descr="02 · Gameplay &amp; tech Technical design One shared core; every mini-game plugs into it. MINI-GAMES Knockback Arena Blast Parkour Ice Loop Hole Grab Battle, more CONTRACT Setup(players, settings) → Run() → Results() : placement SHARED GAMEPLAY Cube controller WASD, jump, dash TPS camera per-game tweaks Shot system effect set per game Session &amp; playlist end rules, exclusions Scoreboard points, comeback, crown Menus, UI, shop join, settings, cosmetics NETWORK One player hosts, the others join as clients · Unity Netcode (candidate) · online servers later ENGINE Unity · 3D · built-in rigidbody physics Shooter Party 11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Slide 12" descr="02 · Gameplay &amp; tech How each shot is built in Unity Every shot is a real physics object; each mini-game sets its effect. PART WHAT THE PLAYER SEES HOW WE BUILD IT Every shot A ball leaves the barrel and hits something. Pooled projectile with a Rigidbody; on OnCollisionEnter it calls the mini- game’s IShotEffect.Apply(target, hit). Knockback Arena Each hit sends you further. Fall off and you are out. AddForce(dir * k, Impulse); each hit lowers rb.mass, size stays. A trigger below the platform marks “out”. Blast Parkour Shoot the ground to jump; hold to charge. OverlapSphere + AddExplosionForce at the impact; the shooter is included. Hold time scales radius and force. Ice Loop You slide; shooting pushes you back. Near-zero-friction PhysicMaterial; recoil is an opposite impulse on the shooter. Checkpoints are triggers, +1 each. Hole Grab Get into a hole; push others out of reach. Holes are cube-shaped triggers; first to enter claims it. Shots use a small impulse, no damage. Shooter Party">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Slide 13" descr="02 · Gameplay &amp; tech One shot over the network The host decides; every screen shows the same result. 1 Client Sends fire and aim to the host. ServerRpc 2 Host Spawns the shot, runs physics and applies this game’s effect. 3 Sync Every client gets the same snapshot. NetworkTransform NetworkRigidbody 4 Every screen Interpolates the snapshot and shows the same result. Feels instant Your own movement is predicted locally. Anything that decides a result runs on the host. Main risk Smooth physics on every client. We tune the snapshot rate and test online from Demo 1. Shooter Party 13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Slide 14" descr="03 · Market Market potential &amp; audience People play to play together, and party games keep selling for years.  Target audience Groups of friends who want short, chaotic rounds together, online or in the same room, and the streamers and viewers who enjoy watching party-game chaos. $197B Global games market in 2025, up 7.5% year on year. Newzoo [1] $43.6B PC games revenue in 2025, up 12% year on year. Newzoo [2] 70% of US players aged 8+ play games with other people. ESA 2026 [3] $4.1B Steam revenue of co-op games in H1 2025, a record (estimate). Alinea [4] Shooter Party Sources on the last slide · 14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Slide 15" descr="03 · Market Party games keep selling A mass-market genre that is still growing. 21M+ sold Super Mario Party (2018) Mini-game party games are a mass-market genre. [5] 5.6M+ in 11 wks Super Mario Party Jamboree Still growing: the series’ fastest seller. [5] ≈4.75M Stick Fight: The Game A small studio’s physics shooter can reach millions (Steam estimate). [6] 2–5M owners Pummel Party Mini-games and friends, sold for years after launch (estimate). [7] 135,834 peak Party Animals Players in its free playtest; 113,000+ Twitch viewers watched. [8] 87% positive Feather Party Of 551 Steam reviews; 22 mini-games for up to 8 players. [9]  Risk, stated plainly: Steam is crowded; an estimated 65.9% of 2025 releases earned under $1,000 [10]. A party game needs a one-sentence hook. Ours: one shot that means something new in every mini-game. Shooter Party Estimates are third-party, not sales · 15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lide 16" descr="03 · Market Five competitors compared GAME VISUAL STYLE THEME MECHANIC · PLAYERS FINANCIALS Party Animals 2023 Soft, furry 3D cartoon animals Cute animals brawling in arenas Physics brawling: grab, punch, throw out. Online, same-screen. Launch peak 104,174 · owners est. 2.5–6.0M Gang Beasts 2017 Wobbly jelly-like ragdolls, pastel Wrestling on dangerous city stages Ragdoll brawling into hazards. Same- screen, online. 85% positive · owners est. 4.6–5.8M Fall Guys 2020 Candy-coloured jellybeans TV game-show obstacle course Race and survival rounds, players eliminated. Online. Free-to-play · peak 172,213 · Metacritic 80 Pummel Party 2018 Low-poly 3D cartoon Friendship-ruining board game Board game plus short mini-games. 4– 8, online and local. $14.99 · peak 20,957 · owners est. 1.5–7.6M Feather Party 2026 Colourful 3D chick characters A planet of chicks, Lobby Island hub Board mode + 22 mini-games; elemental physics. Up to 8, online. $8.99 · 87% positive of 551 reviews Shooter Party our t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Slide 17" descr="03 · Market Where we sit among them None of the five keeps one shot with a new effect per mini-game. PARTY ANIMALS GANG BEASTS FALL GUYS PUMMEL PARTY FEATHER PARTY SHOOTER PARTY 3D characters Yes Yes Yes Yes Yes Planned Several mini-games, one result No No Partly Yes Yes Planned Cosmetic customisation Yes Yes Yes Yes Yes Planned One shot, new effect per mini-game No No No No No Planned “Partly”: Fall Guys’ playlist eliminates players rather than scoring each round. Feather Party changes physics with elemental effects; it has no shared shot. Shooter Party 17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Slide 18" descr="04 · Innovation Innovation &amp; creativity A party game built on one shot that changes its meaning in every mini-game. The big idea One trigger, many effects Push · Knockback Arena Lift · Blast Parkour Steer · Ice Loop Clear the way · Hole Grab The same button, the same barrel, the same aim. Only what the shot does changes, so controls are learned once and every mini-game still feels new. Shooter Party 18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Slide 19" descr="04 · Innovation Three ideas that back it up Beyond the shot: variety, comeback and your own session. 01 Mini-game variety Different maps and themes, the same mechanic: every round feels new, but your skill carries over. Arena Sky islands Ice track Holes 02 Comeback built in Last place earns +1, ties go to the underdog, and the leader wears a crown everyone aims at. +1 for last Ties: underdog Crown: leader 03 Your session Custom playlists, repeats and exclusions, and an end by game count or target score. Random Custom Repeat Exclude Target score Shooter Party 19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Slide 20" descr="04 · Innovation How we differ Three points, against the closest games in the genre. THE CLOSEST GAMES SHOOTER PARTY One shared shot Pummel Party and Feather Party give each mini-game its own controls and goal; Feather Party varies physics with elemental effects. One shot stays the shared action in every mini-game. Comeback rules Racing and party games often help the trailing player with random items: a luck-based catch-up. A fixed, visible rule: +1 point and the tie-break. Custom sessions Many party games let players pick mini-games. We add an end by score or count, and favourites that can repeat. Shooter Party 20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Slide 21" descr="04 · Innovation Most party games are a playlist of unrelated mini-games. Shooter Party keeps one character and one shot across the whole session, and lets each mini- game bend what that shot means. So players carry their skill from round to round. Shooter Party 21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Slide 22" descr="Shooter Party 22 / 28 05 · Drafts &amp; prototype Logo drafts A · Cube letters. Title screen, cover, video end card. B · Stacked. Store capsule, lobby screen. C · Icon. Taskbar, build icon, favicon. Coloured cube tiles and the orange cube with its barrel; the colours match the character palette.">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Slide 23" descr="05 · Drafts &amp; prototype Art direction &amp; 3D blockouts Glossy toy Rounded cubes in bright colours, a barrel on every character, and party settings: grass, sky, water. Ice appears in Ice Loop only. 3D blockout scenes Camera angle, scale and shot readability, checked before building in Unity. Knockback Arena Blast Parkour Ice Loop Hole Grab Shooter Party 23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Slide 24" descr="05 · Drafts &amp; prototype Prototype &amp; level drafts Early prototype: does knockback read on screen? Before Shot 1 Shot 2 Shot 3 Built: a small Three.js physics test of the knockback rule. Saw: the target flies further each shot; the rule reads without any UI. Next: the reference for the first Unity test of Knockback Arena. Level drafts Sizes, spawn points and checkpoint counts are not set yet. Knockback Arena Blast Parkour Ice Loop Hole Grab Shooter Party 24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Slide 25" descr="06 · Development plan Development plan 12 weeks, four presentations, one playable step each. 19 Oct Proposal Concept, research, 3D drafts and this pitch. 16 Nov Demo 1 Core prototype, host and join, first mini-games playable. 14 Dec Demo 2 All four mini-games and a full session with scoreboard and menus. 11 Jan Final UI, sound, cosmetics, polish and the promo video. MEMBER OWN MINI-GAME AND ITS SHOT (PROPOSAL) SHARED SYSTEM Abdurrahim Knockback Arena: knockback and mass loss Core mechanics prototype; scoreboard system Ardıl Blast Parkour: blast jump and charged shot Menus; promo video Kürşat Ice Loop: push and recoil momentum UI design; sound and music Ezel Hole Grab: push rivals away from holes Online system (research and build); sound and music Shooter Party Battle is next in line once the four are fun · 25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Slide 26" descr="06 · Development plan Gantt chart: 12 weeks 19 Oct – 13 Nov 16 Nov – 11 Dec 14 Dec – 8 Jan TASK OWNER W1 W2 W3 W4 W5 W6 W7 W8 W9 W10 W11 W12 Core mechanics prototype Abdurrahim Online research, host and join Ezel Menus &amp; lobby · UI &amp; HUD drafts Ardıl, Kürşat Own mini-game: design → blockout Everyone Scoreboard, points, comeback Abdurrahim Networked shots &amp; state sync Ezel Own mini-game: finish + assets Everyone Session menu · in-game UI Ardıl, Kürşat Cosmetics shop Kürşat Sound effects &amp; music Kürşat, Ezel Balance tuning · polish own game Team Battle mini-game (stretch goal) Abdurrahim Online tests, final build · promo Ezel, Ardıl Playtest, demo builds, final hand-in Team Shooter Party Grouped from the full WBS in the written pitch · bars coloured by owner · 26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Slide 27" descr="06 · Development plan Risks and how we handle them Three risks, each with a plan.  Risk 01 Networked physics Players disagree on a push or a fall. Plan: the host simulates; clients only render and interpolate.  Risk 02 Balance Hits too easy, jumping too strong, a runaway leader. Plan: fire-rate limits, jump as a power-up, comeback rules. Lots of play tests.  Risk 03 Scope Many mini-games for four people Plan: one shared core first, small mini-games, extras only after the core game works. Shooter Party 27 / 28">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Slide 28" descr="Final standings Shooter Party in short Thank you. Questions? 1st One shooting cube; every mini-game changes what a shot does. 2nd A comeback built in: +1 for last place, ties to the underdog, a crown on the leader. 3rd Multiplayer sessions you shape: your playlist, your end rule, your look. Sources [1] Newzoo, State of Gaming 2025 (PocketGamer.biz, Dec 2025) [2] Newzoo final 2025 figures (GameDev Reports, Jun 2026) [3] ESA Essential Facts 2026 (survey Feb 2026, n=13,545) [4] Alinea Analytics: co-op games on Steam, H1 2025 [5] Gameranx: Super Mario Party Jamboree (Feb 2025) [6] Raijin: Stick Fight: The Game, Steam estimates [7] SteamSpy: Pummel Party owner estimate [8] Wikipedia: Party Animals (playtest peak, Twitch) [9] Feather Party on Steam (app 2300230) [10] Game Developers: 2025 Steam revenue (Aug 2026) [11] Steam store pages &amp; SteamDB charts, 17 Oct 2026 Images: all character and scene images are 3D concept renders made for this pitch; none show final gameplay. Ezel Bayraktar · Ab">    </p:cNvPr>
          <p:cNvPicPr>
            <a:picLocks noChangeAspect="1"/>
          </p:cNvPicPr>
          <p:nvPr/>
        </p:nvPicPr>
        <p:blipFill>
          <a:blip r:embed="rId1"/>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Shooter Party – Proposal Presentation</dc:title>
  <dc:subject/>
  <dc:creator/>
  <cp:lastModifiedBy/>
  <cp:revision>1</cp:revision>
  <dcterms:created xsi:type="dcterms:W3CDTF">2026-10-18T19:26:29Z</dcterms:created>
  <dcterms:modified xsi:type="dcterms:W3CDTF">2026-10-18T19:26:29Z</dcterms:modified>
</cp:coreProperties>
</file>